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7863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BEFF"/>
                </a:solidFill>
              </a:defRPr>
            </a:pPr>
            <a:r>
              <a:t>NEXUS 5.0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E6F2FF"/>
                </a:solidFill>
              </a:defRPr>
            </a:pPr>
            <a:r>
              <a:t>La tecnología que conecta ideas</a:t>
            </a:r>
          </a:p>
          <a:p>
            <a:pPr>
              <a:defRPr sz="2100">
                <a:solidFill>
                  <a:srgbClr val="E6F2FF"/>
                </a:solidFill>
              </a:defRPr>
            </a:pPr>
            <a:r>
              <a:t>Presentación de demostración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7863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BEFF"/>
                </a:solidFill>
              </a:defRPr>
            </a:pPr>
            <a:r>
              <a:t>Un centro multimedia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E6F2FF"/>
                </a:solidFill>
              </a:defRPr>
            </a:pPr>
            <a:r>
              <a:t>Cinco módulos en una sola aplicación:</a:t>
            </a:r>
          </a:p>
          <a:p>
            <a:pPr>
              <a:defRPr sz="2100">
                <a:solidFill>
                  <a:srgbClr val="E6F2FF"/>
                </a:solidFill>
              </a:defRPr>
            </a:pPr>
            <a:r>
              <a:t>Word · PowerPoint · PDF · Imagen · Video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7863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BEFF"/>
                </a:solidFill>
              </a:defRPr>
            </a:pPr>
            <a:r>
              <a:t>Diseñado para todos los dispositivos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E6F2FF"/>
                </a:solidFill>
              </a:defRPr>
            </a:pPr>
            <a:r>
              <a:t>Interfaz adaptable a celular, tableta y computadora.</a:t>
            </a:r>
          </a:p>
          <a:p>
            <a:pPr>
              <a:defRPr sz="2100">
                <a:solidFill>
                  <a:srgbClr val="E6F2FF"/>
                </a:solidFill>
              </a:defRPr>
            </a:pPr>
            <a:r>
              <a:t>Acceso desde un enlace web seguro.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7863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BEFF"/>
                </a:solidFill>
              </a:defRPr>
            </a:pPr>
            <a:r>
              <a:t>La experiencia PWA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E6F2FF"/>
                </a:solidFill>
              </a:defRPr>
            </a:pPr>
            <a:r>
              <a:t>Se puede añadir a la pantalla de inicio.</a:t>
            </a:r>
          </a:p>
          <a:p>
            <a:pPr>
              <a:defRPr sz="2100">
                <a:solidFill>
                  <a:srgbClr val="E6F2FF"/>
                </a:solidFill>
              </a:defRPr>
            </a:pPr>
            <a:r>
              <a:t>Los recursos precargados pueden estar disponibles sin conexión.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7863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BEFF"/>
                </a:solidFill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E6F2FF"/>
                </a:solidFill>
              </a:defRPr>
            </a:pPr>
            <a:r>
              <a:t>NEXUS 5.0 · Proyecto escolar de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