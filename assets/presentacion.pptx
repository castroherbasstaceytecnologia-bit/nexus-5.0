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311" r:id="rId3"/>
    <p:sldId id="289" r:id="rId4"/>
    <p:sldId id="320" r:id="rId5"/>
    <p:sldId id="310" r:id="rId6"/>
    <p:sldId id="291" r:id="rId7"/>
    <p:sldId id="313" r:id="rId8"/>
    <p:sldId id="321" r:id="rId9"/>
    <p:sldId id="301" r:id="rId10"/>
    <p:sldId id="258" r:id="rId11"/>
    <p:sldId id="314" r:id="rId12"/>
    <p:sldId id="297" r:id="rId13"/>
    <p:sldId id="295" r:id="rId14"/>
    <p:sldId id="322" r:id="rId15"/>
    <p:sldId id="312" r:id="rId16"/>
    <p:sldId id="278" r:id="rId17"/>
    <p:sldId id="259" r:id="rId18"/>
    <p:sldId id="323" r:id="rId19"/>
    <p:sldId id="260" r:id="rId20"/>
    <p:sldId id="270" r:id="rId21"/>
    <p:sldId id="309" r:id="rId22"/>
    <p:sldId id="262" r:id="rId23"/>
    <p:sldId id="308" r:id="rId24"/>
    <p:sldId id="324" r:id="rId25"/>
    <p:sldId id="285" r:id="rId26"/>
  </p:sldIdLst>
  <p:sldSz cx="12192000" cy="6858000"/>
  <p:notesSz cx="6858000" cy="93138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94" autoAdjust="0"/>
    <p:restoredTop sz="94677"/>
  </p:normalViewPr>
  <p:slideViewPr>
    <p:cSldViewPr snapToGrid="0" snapToObjects="1">
      <p:cViewPr varScale="1">
        <p:scale>
          <a:sx n="69" d="100"/>
          <a:sy n="69" d="100"/>
        </p:scale>
        <p:origin x="4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219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3726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48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5505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96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80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78090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02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8601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4877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166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7987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51455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428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2119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46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34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C7F0D89-5B6D-A148-B596-B6EF8B93106C}" type="datetimeFigureOut">
              <a:rPr lang="es-BO" smtClean="0"/>
              <a:t>19/10/2026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10ED2E-5D40-9848-B7A5-F6A09878D4F9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64905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7851B-49AA-AA4C-A93D-6708C629B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3139" y="983674"/>
            <a:ext cx="8440788" cy="2327563"/>
          </a:xfrm>
        </p:spPr>
        <p:txBody>
          <a:bodyPr>
            <a:normAutofit/>
          </a:bodyPr>
          <a:lstStyle/>
          <a:p>
            <a:r>
              <a:rPr lang="es-BO" sz="6600" dirty="0">
                <a:latin typeface="Algerian" panose="04020705040A02060702" pitchFamily="82" charset="0"/>
              </a:rPr>
              <a:t>Robot </a:t>
            </a:r>
            <a:r>
              <a:rPr lang="es-BO" sz="6600" dirty="0" smtClean="0">
                <a:latin typeface="Algerian" panose="04020705040A02060702" pitchFamily="82" charset="0"/>
              </a:rPr>
              <a:t>LÚMEN</a:t>
            </a:r>
            <a:endParaRPr lang="es-BO" sz="6600" dirty="0"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AC1709-8E86-F840-80CB-460B93F9A9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9775" y="3695995"/>
            <a:ext cx="6847515" cy="1371599"/>
          </a:xfrm>
        </p:spPr>
        <p:txBody>
          <a:bodyPr>
            <a:noAutofit/>
          </a:bodyPr>
          <a:lstStyle/>
          <a:p>
            <a:r>
              <a:rPr lang="es-BO" sz="2400" b="1" cap="none" dirty="0"/>
              <a:t>INTEGRANTES: </a:t>
            </a:r>
          </a:p>
          <a:p>
            <a:r>
              <a:rPr lang="es-BO" sz="2400" dirty="0" err="1"/>
              <a:t>S</a:t>
            </a:r>
            <a:r>
              <a:rPr lang="es-BO" sz="2400" dirty="0" err="1" smtClean="0"/>
              <a:t>tacey</a:t>
            </a:r>
            <a:r>
              <a:rPr lang="es-BO" sz="2400" dirty="0" smtClean="0"/>
              <a:t> Castro – Marian Andrade- </a:t>
            </a:r>
            <a:r>
              <a:rPr lang="es-BO" sz="2400" dirty="0" err="1" smtClean="0"/>
              <a:t>Melany</a:t>
            </a:r>
            <a:r>
              <a:rPr lang="es-BO" sz="2400" dirty="0" smtClean="0"/>
              <a:t> </a:t>
            </a:r>
            <a:r>
              <a:rPr lang="es-BO" sz="2400" dirty="0" err="1" smtClean="0"/>
              <a:t>Sagredo</a:t>
            </a:r>
            <a:endParaRPr lang="es-BO" sz="2400" dirty="0"/>
          </a:p>
        </p:txBody>
      </p:sp>
      <p:sp>
        <p:nvSpPr>
          <p:cNvPr id="4" name="Rectángulo 3"/>
          <p:cNvSpPr/>
          <p:nvPr/>
        </p:nvSpPr>
        <p:spPr>
          <a:xfrm>
            <a:off x="2728835" y="1593273"/>
            <a:ext cx="66893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PROCEDIMIENTO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4726849" y="5602290"/>
            <a:ext cx="26933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5° </a:t>
            </a:r>
            <a:r>
              <a:rPr lang="es-ES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SEC</a:t>
            </a:r>
            <a:endParaRPr lang="es-E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75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 </a:t>
            </a:r>
            <a:r>
              <a:rPr lang="es-MX" dirty="0" smtClean="0"/>
              <a:t>Para poder crear el robot, comencemos por tomar nuestro porta pila…</a:t>
            </a:r>
            <a:endParaRPr lang="es-MX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7062" y="2557463"/>
            <a:ext cx="331787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4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Y </a:t>
            </a:r>
            <a:r>
              <a:rPr lang="es-MX" dirty="0"/>
              <a:t>las baterías de ion de </a:t>
            </a:r>
            <a:r>
              <a:rPr lang="es-MX" dirty="0" smtClean="0"/>
              <a:t>litio, que colocaremos en el porta pila…</a:t>
            </a:r>
            <a:endParaRPr lang="es-MX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1235" y="2398682"/>
            <a:ext cx="3167929" cy="3801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4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Así…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4" t="35663" b="18404"/>
          <a:stretch/>
        </p:blipFill>
        <p:spPr>
          <a:xfrm>
            <a:off x="3432844" y="2460251"/>
            <a:ext cx="5326311" cy="3760439"/>
          </a:xfrm>
        </p:spPr>
      </p:pic>
    </p:spTree>
    <p:extLst>
      <p:ext uri="{BB962C8B-B14F-4D97-AF65-F5344CB8AC3E}">
        <p14:creationId xmlns:p14="http://schemas.microsoft.com/office/powerpoint/2010/main" val="209550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2" y="857441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Luego, soldamos dos cables macho-macho para las dos baterías </a:t>
            </a:r>
            <a:r>
              <a:rPr lang="es-MX" dirty="0"/>
              <a:t>de ion de litio</a:t>
            </a:r>
            <a:r>
              <a:rPr lang="es-MX" dirty="0" smtClean="0"/>
              <a:t>, con ayuda del caut</a:t>
            </a:r>
            <a:r>
              <a:rPr lang="es-MX" dirty="0" smtClean="0"/>
              <a:t>ín…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1943836" y="1746495"/>
            <a:ext cx="4158792" cy="51984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475"/>
          <a:stretch/>
        </p:blipFill>
        <p:spPr>
          <a:xfrm>
            <a:off x="6433705" y="2526207"/>
            <a:ext cx="3763240" cy="363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9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Continuando con la creación del robot, agarramos el interruptor eléctrico simple </a:t>
            </a:r>
            <a:r>
              <a:rPr lang="es-MX" dirty="0" smtClean="0"/>
              <a:t>unipolar,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7062" y="2557463"/>
            <a:ext cx="331787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88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2" y="843587"/>
            <a:ext cx="9601196" cy="1303867"/>
          </a:xfrm>
        </p:spPr>
        <p:txBody>
          <a:bodyPr>
            <a:noAutofit/>
          </a:bodyPr>
          <a:lstStyle/>
          <a:p>
            <a:r>
              <a:rPr lang="es-MX" sz="3600" dirty="0" smtClean="0"/>
              <a:t>cortamos por la mitad uno de los cables y con ayuda </a:t>
            </a:r>
            <a:r>
              <a:rPr lang="es-MX" sz="3600" dirty="0"/>
              <a:t>del </a:t>
            </a:r>
            <a:r>
              <a:rPr lang="es-MX" sz="3600" dirty="0" smtClean="0"/>
              <a:t>cautín soldamos el cable que cortamos, perteneciente al porta pilas al interruptor…</a:t>
            </a:r>
            <a:endParaRPr lang="es-MX" sz="36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05" y="2688071"/>
            <a:ext cx="3042804" cy="3042804"/>
          </a:xfrm>
          <a:prstGeom prst="rect">
            <a:avLst/>
          </a:prstGeom>
        </p:spPr>
      </p:pic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665" t="36082" r="9465" b="12139"/>
          <a:stretch/>
        </p:blipFill>
        <p:spPr>
          <a:xfrm>
            <a:off x="5250871" y="2479630"/>
            <a:ext cx="4905356" cy="3713351"/>
          </a:xfrm>
        </p:spPr>
      </p:pic>
    </p:spTree>
    <p:extLst>
      <p:ext uri="{BB962C8B-B14F-4D97-AF65-F5344CB8AC3E}">
        <p14:creationId xmlns:p14="http://schemas.microsoft.com/office/powerpoint/2010/main" val="2484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2" y="885150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s-MX" dirty="0"/>
              <a:t> </a:t>
            </a:r>
            <a:r>
              <a:rPr lang="es-MX" dirty="0" smtClean="0"/>
              <a:t>Continuando, agarramos la otra mitad del cable que previamente cortamos, y lo soldamos de igual manera al interruptor…</a:t>
            </a:r>
            <a:endParaRPr lang="es-MX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05" y="2688071"/>
            <a:ext cx="3042804" cy="3042804"/>
          </a:xfrm>
          <a:prstGeom prst="rect">
            <a:avLst/>
          </a:prstGeom>
        </p:spPr>
      </p:pic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290" r="25064" b="31766"/>
          <a:stretch/>
        </p:blipFill>
        <p:spPr>
          <a:xfrm>
            <a:off x="5708071" y="2503055"/>
            <a:ext cx="4059383" cy="3679595"/>
          </a:xfrm>
        </p:spPr>
      </p:pic>
    </p:spTree>
    <p:extLst>
      <p:ext uri="{BB962C8B-B14F-4D97-AF65-F5344CB8AC3E}">
        <p14:creationId xmlns:p14="http://schemas.microsoft.com/office/powerpoint/2010/main" val="406597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Por otra parte, tomamos </a:t>
            </a:r>
            <a:r>
              <a:rPr lang="es-MX" dirty="0"/>
              <a:t>el sensor de sonido </a:t>
            </a:r>
            <a:r>
              <a:rPr lang="es-MX" dirty="0" smtClean="0"/>
              <a:t>LM393</a:t>
            </a:r>
            <a:endParaRPr lang="es-MX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82480" y="2455725"/>
            <a:ext cx="6227040" cy="36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0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BA83D-A245-7A45-9C93-56C70873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759" y="1338955"/>
            <a:ext cx="9878915" cy="922900"/>
          </a:xfrm>
        </p:spPr>
        <p:txBody>
          <a:bodyPr>
            <a:normAutofit fontScale="90000"/>
          </a:bodyPr>
          <a:lstStyle/>
          <a:p>
            <a:r>
              <a:rPr lang="es-MX" sz="4000" dirty="0" smtClean="0"/>
              <a:t>De igual forma, tomaremos los </a:t>
            </a:r>
            <a:r>
              <a:rPr lang="es-MX" sz="4000" dirty="0"/>
              <a:t>cables puente macho-hembra,</a:t>
            </a:r>
            <a:endParaRPr lang="es-BO" sz="4000" dirty="0"/>
          </a:p>
        </p:txBody>
      </p:sp>
      <p:pic>
        <p:nvPicPr>
          <p:cNvPr id="4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5929" y="2540001"/>
            <a:ext cx="3598574" cy="359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66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y conectamos 3 cables macho-hembra al sensor de sonido LM393.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598" r="19935" b="7964"/>
          <a:stretch/>
        </p:blipFill>
        <p:spPr>
          <a:xfrm rot="5400000">
            <a:off x="4229775" y="1654274"/>
            <a:ext cx="3732448" cy="5372683"/>
          </a:xfrm>
        </p:spPr>
      </p:pic>
    </p:spTree>
    <p:extLst>
      <p:ext uri="{BB962C8B-B14F-4D97-AF65-F5344CB8AC3E}">
        <p14:creationId xmlns:p14="http://schemas.microsoft.com/office/powerpoint/2010/main" val="235705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Siguiendo con el proceso de creación del robot, agarramos </a:t>
            </a:r>
            <a:r>
              <a:rPr lang="es-MX" dirty="0"/>
              <a:t>el módulo de relé de 1 canal 5v DC,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clrChange>
              <a:clrFrom>
                <a:srgbClr val="FAFAFC"/>
              </a:clrFrom>
              <a:clrTo>
                <a:srgbClr val="FAFAFC">
                  <a:alpha val="0"/>
                </a:srgbClr>
              </a:clrTo>
            </a:clrChange>
          </a:blip>
          <a:srcRect t="21048" b="18403"/>
          <a:stretch/>
        </p:blipFill>
        <p:spPr>
          <a:xfrm>
            <a:off x="3112149" y="2482673"/>
            <a:ext cx="5967702" cy="361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0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3 cables </a:t>
            </a:r>
            <a:r>
              <a:rPr lang="es-MX" dirty="0"/>
              <a:t>puente macho-hembra,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7062" y="2540001"/>
            <a:ext cx="3598574" cy="359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Y conectamos esos 3 cables </a:t>
            </a:r>
            <a:r>
              <a:rPr lang="es-MX" dirty="0"/>
              <a:t>al módulo de relé de 1 canal 5v DC,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44" t="12696" r="21813" b="14228"/>
          <a:stretch/>
        </p:blipFill>
        <p:spPr>
          <a:xfrm rot="5400000">
            <a:off x="4225635" y="2224771"/>
            <a:ext cx="3740729" cy="4223405"/>
          </a:xfrm>
        </p:spPr>
      </p:pic>
    </p:spTree>
    <p:extLst>
      <p:ext uri="{BB962C8B-B14F-4D97-AF65-F5344CB8AC3E}">
        <p14:creationId xmlns:p14="http://schemas.microsoft.com/office/powerpoint/2010/main" val="145871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L</a:t>
            </a:r>
            <a:r>
              <a:rPr lang="es-MX" dirty="0" smtClean="0"/>
              <a:t>uego, tomamos el conector de batería de 9 voltios</a:t>
            </a:r>
            <a:endParaRPr lang="es-MX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80288" y="2285999"/>
            <a:ext cx="4631424" cy="409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04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D8152-A14B-0645-A38C-25B3FBF3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11926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s-BO" sz="4000" dirty="0" smtClean="0"/>
              <a:t>Y solamente conectamos uno de </a:t>
            </a:r>
            <a:r>
              <a:rPr lang="es-BO" sz="4000" dirty="0"/>
              <a:t>sus cables al módulo de relé de 1 canal 5v </a:t>
            </a:r>
            <a:r>
              <a:rPr lang="es-BO" sz="4000" dirty="0" smtClean="0"/>
              <a:t>DC, con ayuda de un destornillador…</a:t>
            </a:r>
            <a:endParaRPr lang="es-BO" sz="4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83" t="39596" r="49731" b="35960"/>
          <a:stretch/>
        </p:blipFill>
        <p:spPr>
          <a:xfrm>
            <a:off x="4177145" y="2521526"/>
            <a:ext cx="3837709" cy="354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02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DAC07-7D7B-FC40-AEC5-1E223BD4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016" y="1507305"/>
            <a:ext cx="6290588" cy="740020"/>
          </a:xfrm>
        </p:spPr>
        <p:txBody>
          <a:bodyPr>
            <a:normAutofit fontScale="90000"/>
          </a:bodyPr>
          <a:lstStyle/>
          <a:p>
            <a:r>
              <a:rPr lang="es-BO" dirty="0" smtClean="0"/>
              <a:t>Continuando con el proceso, tomamos el foco de 12 voltios…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82612" y="1668988"/>
            <a:ext cx="6177395" cy="5189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5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2 cables </a:t>
            </a:r>
            <a:r>
              <a:rPr lang="es-MX" dirty="0"/>
              <a:t>puente macho-hembra,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7062" y="2540001"/>
            <a:ext cx="3598574" cy="359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6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74C48-DA6D-6B40-86AD-B904E099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442" y="1435935"/>
            <a:ext cx="8756697" cy="544077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Y lo soldamos al foco de 12 voltios...</a:t>
            </a:r>
            <a:endParaRPr lang="es-B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9" t="41616" r="18755" b="26061"/>
          <a:stretch/>
        </p:blipFill>
        <p:spPr>
          <a:xfrm>
            <a:off x="1219199" y="2626321"/>
            <a:ext cx="5584940" cy="329738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52" r="23064" b="11314"/>
          <a:stretch/>
        </p:blipFill>
        <p:spPr>
          <a:xfrm>
            <a:off x="7472796" y="2632363"/>
            <a:ext cx="3547506" cy="329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83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E24C-969E-9446-8579-92FBF01F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71296"/>
            <a:ext cx="9601196" cy="1303867"/>
          </a:xfrm>
        </p:spPr>
        <p:txBody>
          <a:bodyPr>
            <a:noAutofit/>
          </a:bodyPr>
          <a:lstStyle/>
          <a:p>
            <a:r>
              <a:rPr lang="es-MX" sz="3200" dirty="0" smtClean="0"/>
              <a:t>Ahora, </a:t>
            </a:r>
            <a:r>
              <a:rPr lang="es-MX" sz="3200" dirty="0"/>
              <a:t>con  ayuda </a:t>
            </a:r>
            <a:r>
              <a:rPr lang="es-MX" sz="3200" dirty="0" smtClean="0"/>
              <a:t>de unas tijeras debemos cortar uno de los cables que soldamos en el foco de 12 voltios y unirlo con ayuda de cinta </a:t>
            </a:r>
            <a:r>
              <a:rPr lang="es-MX" sz="3200" dirty="0"/>
              <a:t>a</a:t>
            </a:r>
            <a:r>
              <a:rPr lang="es-MX" sz="3200" dirty="0" smtClean="0"/>
              <a:t>l cable del conector que quedó suelto… </a:t>
            </a:r>
            <a:endParaRPr lang="es-BO" sz="32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1" t="10101" r="25758" b="15960"/>
          <a:stretch/>
        </p:blipFill>
        <p:spPr>
          <a:xfrm rot="16200000">
            <a:off x="4258407" y="1920452"/>
            <a:ext cx="3675185" cy="48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3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E24C-969E-9446-8579-92FBF01F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43587"/>
            <a:ext cx="9601196" cy="1303867"/>
          </a:xfrm>
        </p:spPr>
        <p:txBody>
          <a:bodyPr>
            <a:noAutofit/>
          </a:bodyPr>
          <a:lstStyle/>
          <a:p>
            <a:r>
              <a:rPr lang="es-MX" sz="4000" dirty="0"/>
              <a:t>una vez </a:t>
            </a:r>
            <a:r>
              <a:rPr lang="es-MX" sz="4000" dirty="0" smtClean="0"/>
              <a:t>realizado</a:t>
            </a:r>
            <a:r>
              <a:rPr lang="es-MX" sz="4000" dirty="0" smtClean="0"/>
              <a:t>, el otro cable que soldamos al foco de 12 voltios, lo conectamos al </a:t>
            </a:r>
            <a:r>
              <a:rPr lang="es-MX" sz="4000" dirty="0"/>
              <a:t>módulo de relé de 1 canal 5v </a:t>
            </a:r>
            <a:r>
              <a:rPr lang="es-MX" sz="4000" dirty="0" smtClean="0"/>
              <a:t>DC…</a:t>
            </a:r>
            <a:endParaRPr lang="es-BO" sz="4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16" b="33737"/>
          <a:stretch/>
        </p:blipFill>
        <p:spPr>
          <a:xfrm>
            <a:off x="3015961" y="2507672"/>
            <a:ext cx="6160077" cy="366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10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92E50-932C-A445-B552-6DC5176E0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232" y="1128764"/>
            <a:ext cx="9608437" cy="792272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Siguiendo con el proceso para </a:t>
            </a:r>
            <a:r>
              <a:rPr lang="es-MX" dirty="0"/>
              <a:t>poder crear el robot, </a:t>
            </a:r>
            <a:r>
              <a:rPr lang="es-MX" dirty="0" smtClean="0"/>
              <a:t>todos los cables que </a:t>
            </a:r>
            <a:r>
              <a:rPr lang="es-MX" dirty="0" smtClean="0"/>
              <a:t>quedaron sueltos los tenemos que conectar al</a:t>
            </a:r>
            <a:r>
              <a:rPr lang="es-MX" dirty="0" smtClean="0"/>
              <a:t> </a:t>
            </a:r>
            <a:r>
              <a:rPr lang="es-MX" dirty="0" err="1" smtClean="0"/>
              <a:t>Arduino</a:t>
            </a:r>
            <a:r>
              <a:rPr lang="es-MX" dirty="0" smtClean="0"/>
              <a:t> UNO </a:t>
            </a:r>
            <a:r>
              <a:rPr lang="es-MX" dirty="0"/>
              <a:t>,</a:t>
            </a:r>
            <a:endParaRPr lang="es-BO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719" y="2452253"/>
            <a:ext cx="3545465" cy="354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01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E24C-969E-9446-8579-92FBF01F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217660"/>
            <a:ext cx="9601196" cy="1303867"/>
          </a:xfrm>
        </p:spPr>
        <p:txBody>
          <a:bodyPr>
            <a:noAutofit/>
          </a:bodyPr>
          <a:lstStyle/>
          <a:p>
            <a:r>
              <a:rPr lang="es-MX" sz="4000" dirty="0" smtClean="0"/>
              <a:t>Primeramente hacemos las siguientes conexiones…</a:t>
            </a:r>
            <a:endParaRPr lang="es-BO" sz="40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51012" y="2521528"/>
            <a:ext cx="4827824" cy="3684392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001919" y="2736884"/>
            <a:ext cx="4831331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verde, es del sensor de sonido.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E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amarillo, es </a:t>
            </a:r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 módulo de relé de 1 canal 5v </a:t>
            </a: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DC.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E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celeste, es </a:t>
            </a:r>
            <a:r>
              <a:rPr lang="es-MX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 módulo de relé de 1 canal 5v </a:t>
            </a:r>
            <a:r>
              <a:rPr lang="es-MX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DC.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morado, es del porta pila.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azul, es del interruptor.</a:t>
            </a:r>
            <a:endParaRPr lang="es-E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69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CE24C-969E-9446-8579-92FBF01F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98539"/>
            <a:ext cx="9601196" cy="1303867"/>
          </a:xfrm>
        </p:spPr>
        <p:txBody>
          <a:bodyPr>
            <a:noAutofit/>
          </a:bodyPr>
          <a:lstStyle/>
          <a:p>
            <a:r>
              <a:rPr lang="es-MX" sz="4000" dirty="0" smtClean="0"/>
              <a:t>Y para finalizar con la creación del robot, hacemos las siguientes conexiones…</a:t>
            </a:r>
            <a:endParaRPr lang="es-BO" sz="4000" dirty="0"/>
          </a:p>
        </p:txBody>
      </p:sp>
      <p:sp>
        <p:nvSpPr>
          <p:cNvPr id="5" name="Rectángulo 4"/>
          <p:cNvSpPr/>
          <p:nvPr/>
        </p:nvSpPr>
        <p:spPr>
          <a:xfrm>
            <a:off x="6245431" y="3473518"/>
            <a:ext cx="4831331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E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rojo, es </a:t>
            </a:r>
            <a:r>
              <a:rPr lang="es-E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 módulo de relé de 1 canal 5v </a:t>
            </a:r>
            <a:r>
              <a:rPr lang="es-E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DC.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E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rosa bajito, es </a:t>
            </a:r>
            <a:r>
              <a:rPr lang="es-MX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del módulo de relé de 1 canal 5v </a:t>
            </a:r>
            <a:r>
              <a:rPr lang="es-MX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DC.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s-MX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cable azul, es del sensor de sonido LM393.</a:t>
            </a:r>
            <a:endParaRPr lang="es-E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54358" y="2410530"/>
            <a:ext cx="4791073" cy="394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48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E536ED-F282-634A-BFCC-D0B5973FC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30" y="1241972"/>
            <a:ext cx="10555414" cy="5481837"/>
          </a:xfrm>
        </p:spPr>
        <p:txBody>
          <a:bodyPr>
            <a:normAutofit/>
          </a:bodyPr>
          <a:lstStyle/>
          <a:p>
            <a:r>
              <a:rPr lang="es-BO" sz="6600" b="1" dirty="0" smtClean="0">
                <a:latin typeface="American Typewriter" panose="02090604020004020304" pitchFamily="18" charset="77"/>
              </a:rPr>
              <a:t>¡¡¡GRACIAS</a:t>
            </a:r>
            <a:br>
              <a:rPr lang="es-BO" sz="6600" b="1" dirty="0" smtClean="0">
                <a:latin typeface="American Typewriter" panose="02090604020004020304" pitchFamily="18" charset="77"/>
              </a:rPr>
            </a:br>
            <a:r>
              <a:rPr lang="es-BO" sz="6600" b="1" dirty="0" smtClean="0">
                <a:latin typeface="American Typewriter" panose="02090604020004020304" pitchFamily="18" charset="77"/>
              </a:rPr>
              <a:t>POR VER TODO EL PROCESO!!!</a:t>
            </a:r>
            <a:endParaRPr lang="es-BO" sz="6600" b="1" dirty="0">
              <a:latin typeface="American Typewriter" panose="02090604020004020304" pitchFamily="18" charset="77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2852536" y="1773382"/>
            <a:ext cx="6677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solidFill>
                  <a:srgbClr val="FF0000"/>
                </a:solidFill>
              </a:rPr>
              <a:t>ACLARACIÓN: Para que el robot funcione y se ejecute correctamente, se tiene que </a:t>
            </a:r>
            <a:r>
              <a:rPr lang="es-MX" dirty="0" smtClean="0">
                <a:solidFill>
                  <a:srgbClr val="FF0000"/>
                </a:solidFill>
              </a:rPr>
              <a:t>programar; </a:t>
            </a:r>
            <a:r>
              <a:rPr lang="es-MX" dirty="0" smtClean="0">
                <a:solidFill>
                  <a:srgbClr val="FF0000"/>
                </a:solidFill>
              </a:rPr>
              <a:t>es decir, insertar el código en el </a:t>
            </a:r>
            <a:r>
              <a:rPr lang="es-MX" dirty="0" err="1" smtClean="0">
                <a:solidFill>
                  <a:srgbClr val="FF0000"/>
                </a:solidFill>
              </a:rPr>
              <a:t>Arduino</a:t>
            </a:r>
            <a:r>
              <a:rPr lang="es-MX" dirty="0" smtClean="0">
                <a:solidFill>
                  <a:srgbClr val="FF0000"/>
                </a:solidFill>
              </a:rPr>
              <a:t> UNO.</a:t>
            </a:r>
            <a:endParaRPr lang="es-MX" dirty="0">
              <a:solidFill>
                <a:srgbClr val="FF0000"/>
              </a:solidFill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709044" y="5500255"/>
            <a:ext cx="2964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Que tenga una buena mañana, tarde o noche.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2293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9073</TotalTime>
  <Words>503</Words>
  <Application>Microsoft Office PowerPoint</Application>
  <PresentationFormat>Panorámica</PresentationFormat>
  <Paragraphs>39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Algerian</vt:lpstr>
      <vt:lpstr>American Typewriter</vt:lpstr>
      <vt:lpstr>Arial</vt:lpstr>
      <vt:lpstr>Arial Black</vt:lpstr>
      <vt:lpstr>Garamond</vt:lpstr>
      <vt:lpstr>Wingdings</vt:lpstr>
      <vt:lpstr>Orgánico</vt:lpstr>
      <vt:lpstr>Robot LÚMEN</vt:lpstr>
      <vt:lpstr> Para poder crear el robot, comencemos por tomar nuestro porta pila…</vt:lpstr>
      <vt:lpstr>Y las baterías de ion de litio, que colocaremos en el porta pila…</vt:lpstr>
      <vt:lpstr>Así…</vt:lpstr>
      <vt:lpstr>Luego, soldamos dos cables macho-macho para las dos baterías de ion de litio, con ayuda del cautín…</vt:lpstr>
      <vt:lpstr>Continuando con la creación del robot, agarramos el interruptor eléctrico simple unipolar,</vt:lpstr>
      <vt:lpstr>cortamos por la mitad uno de los cables y con ayuda del cautín soldamos el cable que cortamos, perteneciente al porta pilas al interruptor…</vt:lpstr>
      <vt:lpstr> Continuando, agarramos la otra mitad del cable que previamente cortamos, y lo soldamos de igual manera al interruptor…</vt:lpstr>
      <vt:lpstr>Por otra parte, tomamos el sensor de sonido LM393</vt:lpstr>
      <vt:lpstr>De igual forma, tomaremos los cables puente macho-hembra,</vt:lpstr>
      <vt:lpstr>y conectamos 3 cables macho-hembra al sensor de sonido LM393.</vt:lpstr>
      <vt:lpstr>Siguiendo con el proceso de creación del robot, agarramos el módulo de relé de 1 canal 5v DC,</vt:lpstr>
      <vt:lpstr>3 cables puente macho-hembra,</vt:lpstr>
      <vt:lpstr>Y conectamos esos 3 cables al módulo de relé de 1 canal 5v DC,</vt:lpstr>
      <vt:lpstr>Luego, tomamos el conector de batería de 9 voltios</vt:lpstr>
      <vt:lpstr>Y solamente conectamos uno de sus cables al módulo de relé de 1 canal 5v DC, con ayuda de un destornillador…</vt:lpstr>
      <vt:lpstr>Continuando con el proceso, tomamos el foco de 12 voltios… </vt:lpstr>
      <vt:lpstr>2 cables puente macho-hembra,</vt:lpstr>
      <vt:lpstr>Y lo soldamos al foco de 12 voltios...</vt:lpstr>
      <vt:lpstr>Ahora, con  ayuda de unas tijeras debemos cortar uno de los cables que soldamos en el foco de 12 voltios y unirlo con ayuda de cinta al cable del conector que quedó suelto… </vt:lpstr>
      <vt:lpstr>una vez realizado, el otro cable que soldamos al foco de 12 voltios, lo conectamos al módulo de relé de 1 canal 5v DC…</vt:lpstr>
      <vt:lpstr>Siguiendo con el proceso para poder crear el robot, todos los cables que quedaron sueltos los tenemos que conectar al Arduino UNO ,</vt:lpstr>
      <vt:lpstr>Primeramente hacemos las siguientes conexiones…</vt:lpstr>
      <vt:lpstr>Y para finalizar con la creación del robot, hacemos las siguientes conexiones…</vt:lpstr>
      <vt:lpstr>¡¡¡GRACIAS POR VER TODO EL PROCESO!!!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extintor de incendios con arduino</dc:title>
  <dc:creator>Microsoft Office User</dc:creator>
  <cp:lastModifiedBy>Lenovo</cp:lastModifiedBy>
  <cp:revision>39</cp:revision>
  <cp:lastPrinted>2025-10-21T11:45:28Z</cp:lastPrinted>
  <dcterms:created xsi:type="dcterms:W3CDTF">2024-11-17T13:10:06Z</dcterms:created>
  <dcterms:modified xsi:type="dcterms:W3CDTF">2026-10-19T07:50:37Z</dcterms:modified>
</cp:coreProperties>
</file>